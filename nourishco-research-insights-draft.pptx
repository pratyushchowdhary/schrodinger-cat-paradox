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47419de87a45fa" /><Relationship Type="http://schemas.openxmlformats.org/officeDocument/2006/relationships/extended-properties" Target="/docProps/app.xml" Id="R4ddcffc90d84414f" /><Relationship Type="http://schemas.openxmlformats.org/officeDocument/2006/relationships/officeDocument" Target="/ppt/presentation.xml" Id="R28b209682128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b420604352469d"/>
  </p:sldMasterIdLst>
  <p:notesMasterIdLst>
    <p:notesMasterId xmlns:r="http://schemas.openxmlformats.org/officeDocument/2006/relationships" r:id="R4f0cf467256448c8"/>
  </p:notesMasterIdLst>
  <p:sldIdLst>
    <p:sldId xmlns:r="http://schemas.openxmlformats.org/officeDocument/2006/relationships" id="256" r:id="Ra120fcadfa2f4e33"/>
    <p:sldId xmlns:r="http://schemas.openxmlformats.org/officeDocument/2006/relationships" id="257" r:id="R0bd651a55a604530"/>
    <p:sldId xmlns:r="http://schemas.openxmlformats.org/officeDocument/2006/relationships" id="258" r:id="Ra6e208068fdc44b3"/>
    <p:sldId xmlns:r="http://schemas.openxmlformats.org/officeDocument/2006/relationships" id="259" r:id="R70895c35efcf4499"/>
    <p:sldId xmlns:r="http://schemas.openxmlformats.org/officeDocument/2006/relationships" id="260" r:id="R8a5ecd72d7434f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420604352469d" /><Relationship Type="http://schemas.openxmlformats.org/officeDocument/2006/relationships/theme" Target="/ppt/theme/theme1.xml" Id="Ra0068c87ddb74d3a" /><Relationship Type="http://schemas.openxmlformats.org/officeDocument/2006/relationships/notesMaster" Target="/ppt/notesMasters/notesMaster1.xml" Id="R4f0cf467256448c8" /><Relationship Type="http://schemas.openxmlformats.org/officeDocument/2006/relationships/presProps" Target="/ppt/presProps.xml" Id="R9416b92b5dd04aae" /><Relationship Type="http://schemas.openxmlformats.org/officeDocument/2006/relationships/viewProps" Target="/ppt/viewProps.xml" Id="R222a6e687e3c4359" /><Relationship Type="http://schemas.openxmlformats.org/officeDocument/2006/relationships/tableStyles" Target="/ppt/tableStyles.xml" Id="R1eecfa8eac684745" /><Relationship Type="http://schemas.openxmlformats.org/officeDocument/2006/relationships/slide" Target="/ppt/slides/slide1.xml" Id="Ra120fcadfa2f4e33" /><Relationship Type="http://schemas.openxmlformats.org/officeDocument/2006/relationships/slide" Target="/ppt/slides/slide2.xml" Id="R0bd651a55a604530" /><Relationship Type="http://schemas.openxmlformats.org/officeDocument/2006/relationships/slide" Target="/ppt/slides/slide3.xml" Id="Ra6e208068fdc44b3" /><Relationship Type="http://schemas.openxmlformats.org/officeDocument/2006/relationships/slide" Target="/ppt/slides/slide4.xml" Id="R70895c35efcf4499" /><Relationship Type="http://schemas.openxmlformats.org/officeDocument/2006/relationships/slide" Target="/ppt/slides/slide5.xml" Id="R8a5ecd72d7434f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8c198c6f88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f0d50b48a34ec7" /><Relationship Type="http://schemas.openxmlformats.org/officeDocument/2006/relationships/notesMaster" Target="/ppt/notesMasters/notesMaster1.xml" Id="Rf485031e540a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3fc42fe6a4312" /><Relationship Type="http://schemas.openxmlformats.org/officeDocument/2006/relationships/notesMaster" Target="/ppt/notesMasters/notesMaster1.xml" Id="R1d47f71f251e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ca85d63204072" /><Relationship Type="http://schemas.openxmlformats.org/officeDocument/2006/relationships/notesMaster" Target="/ppt/notesMasters/notesMaster1.xml" Id="Rd82150dc8563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255360c77b4b66" /><Relationship Type="http://schemas.openxmlformats.org/officeDocument/2006/relationships/notesMaster" Target="/ppt/notesMasters/notesMaster1.xml" Id="Rfae5afac2eb341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4fd53b03f24be8" /><Relationship Type="http://schemas.openxmlformats.org/officeDocument/2006/relationships/notesMaster" Target="/ppt/notesMasters/notesMaster1.xml" Id="Rb8f3a19335da49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983eb0b81480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96216fcc8c4ebc" /><Relationship Type="http://schemas.openxmlformats.org/officeDocument/2006/relationships/slideLayout" Target="/ppt/slideLayouts/slideLayout2.xml" Id="Ra261eee74b10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61eee74b10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faae6c7c64bbf" /><Relationship Type="http://schemas.openxmlformats.org/officeDocument/2006/relationships/notesSlide" Target="/ppt/notesSlides/notesSlide1.xml" Id="R8c17b6bd771248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37c2f93c3421c" /><Relationship Type="http://schemas.openxmlformats.org/officeDocument/2006/relationships/notesSlide" Target="/ppt/notesSlides/notesSlide2.xml" Id="Rda0d82f82ba4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4f9225cb4244fa" /><Relationship Type="http://schemas.openxmlformats.org/officeDocument/2006/relationships/notesSlide" Target="/ppt/notesSlides/notesSlide3.xml" Id="R3352532424b7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44050ca2784024" /><Relationship Type="http://schemas.openxmlformats.org/officeDocument/2006/relationships/notesSlide" Target="/ppt/notesSlides/notesSlide4.xml" Id="Rea47e2a04594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f4c69f55524032" /><Relationship Type="http://schemas.openxmlformats.org/officeDocument/2006/relationships/notesSlide" Target="/ppt/notesSlides/notesSlide5.xml" Id="Ra21abb9bff374a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D9A82F-4695-4477-AD64-BDF5C53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EAE4E-5E36-407E-B739-889063B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AB0BF-7994-43C0-890B-D6950E1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Research &amp;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9FB7F-C6A6-4690-867D-A3171361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Research &amp; Insights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315E9-0E86-45B9-A1F3-5597946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Scope for the NourishCo supplier onboarding and compliance platform.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A7874-BDF6-46EC-BBAA-CA2A86F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The core problem is not document upload. It is reusable supplier identity, compliance clearance, and operational visibility across multiple brands.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4014E-42DF-47B8-80B1-E1A21E6E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D193E-371D-422C-9D96-6DB10171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70CDA-CFFE-4419-BA2A-6028A274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Stakeholders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80A26-8153-4321-A87D-8A7821B1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Suppliers, brand procurement teams, compliance, quality/regulatory, central operations, and leadership.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BCDEF-1650-4C03-BA4D-5AD703F8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FBCFE-BE20-4257-96B6-60D1A09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F0D27-C977-4216-8798-AFE52FF7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052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User Segments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80708-B663-4737-A430-12793023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New suppliers, returning suppliers, internal reviewers, procurement managers, and compliance leadership.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D5A59-0ACB-4E35-83D1-37F2EF07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DE1AE-3AD0-4D7E-B432-B5F3075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905ED-D97F-45A2-8246-E7BFBB18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Pain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08839-70F9-4542-9D1E-A545C13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Duplicate approvals, scattered documents, inconsistent supplier data, manual certification tracking, and poor risk visibility.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BECFE-1EA6-49B7-87FC-929474B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2DB37-CF54-4F53-BC71-042B47A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F0337-6B97-4EF3-8D82-9501160E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Market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70C45-735E-49DD-9FC9-8A66362B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57625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The market is crowded in procurement suites, but the focused wedge is supplier onboarding plus compliance operations.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1F4AD-6024-4D2E-982D-86460E0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9525">
            <a:solidFill>
              <a:srgbClr val="E5F6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6EEF4-0ABA-4803-A57A-663DE140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768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Supplier-facing simplicity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0356B-7F01-4380-B89F-835EA22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19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FF"/>
          </a:solidFill>
          <a:ln xmlns:a="http://schemas.openxmlformats.org/drawingml/2006/main" w="9525">
            <a:solidFill>
              <a:srgbClr val="F2F1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15441-0B68-4EDF-A71C-3F92C9A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768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67D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67D8"/>
                </a:solidFill>
                <a:latin typeface="Aptos"/>
                <a:ea typeface="Aptos"/>
                <a:cs typeface="Aptos"/>
              </a:rPr>
              <a:t>Internal workflow rigor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E3981F-82BC-4077-8B94-2928C70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D5F79-691E-456C-9ED6-578F505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9A5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A5B00"/>
                </a:solidFill>
                <a:latin typeface="Aptos"/>
                <a:ea typeface="Aptos"/>
                <a:cs typeface="Aptos"/>
              </a:rPr>
              <a:t>AI-assisted triage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B32DD3-4A98-4DBC-B6FC-87E7590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9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6"/>
          </a:solidFill>
          <a:ln xmlns:a="http://schemas.openxmlformats.org/drawingml/2006/main" w="9525">
            <a:solidFill>
              <a:srgbClr val="FFE8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CD2BB-1DD9-4546-A099-7359461C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71F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1F1F"/>
                </a:solidFill>
                <a:latin typeface="Aptos"/>
                <a:ea typeface="Aptos"/>
                <a:cs typeface="Aptos"/>
              </a:rPr>
              <a:t>Human approval remains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8519B-DAAA-46FF-BFB2-9A4825F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32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F644D1-04D8-4C47-B58D-E04212CB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15025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Output: a research foundation for PRD scope, prototype screens, AI workflows, and MVP prioritization.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02B998-7C46-4BD4-B7D9-C352229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55CAF0-7BF1-402C-85E3-E558B74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Public market numbers are directional proxies, not exact NourishCo TAM.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181026-1F42-4351-B8B9-16E3995C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96769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20383-C4A7-40EE-A315-45DB9851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EEDBF-7EDE-4A10-A5D4-32166638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A5D6E-FDCC-4934-89A2-0FA4C373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Research &amp;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9DEFC-846D-45DD-AA15-87CE600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Stakeholders, Segments &amp; Compliance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DA3A5-5E36-4074-9D22-0BCE512C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Who the platform serves and why the current process breaks.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609B3-38CB-4136-852C-CA0A06B0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95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289D8-EE37-49AF-AD40-1D9034F6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76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BEB40-A71E-4131-A0B9-372B1687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External Suppliers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54FD-92B2-49AD-98DA-C40A8B25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Segments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New suppliers applying for the first time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Returning suppliers updating documents or adding supply items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Multi-material suppliers with reusable credentials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Needs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One profile, not repeated brand-by-brand onboarding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Clear list of missing or rejected documents</a:t>
            </a:r>
          </a:p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Confidence that parsed data is correct before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22F46-4678-4415-A0C2-E3C1F21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95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795D8-4873-4DC1-AC4D-A9AA1935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476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C20D3-FCBB-4D65-A8A8-FA62AC1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Internal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93AA5-0B82-41E0-A32A-9A278FD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Segments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Compliance reviewers checking documents, renewals, risk, and audits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Procurement teams looking for RFQ-ready supplier-material opportunities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Quality/regulatory teams validating category-specific requirements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Leadership monitoring bottlenecks and risk exposure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Needs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Queue discipline, ownership, audit trail, and cross-brand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E9D0F-AD39-4C1A-B947-FE6BDED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32956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7DB2E-C3D5-4256-91A0-2A105126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476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5E5FE-EB63-479E-9A7A-B014A4EF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Compliance Pain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C8503-7AC4-4E38-989A-E67F6C22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Current failure modes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Documents live across emails, spreadsheets, and brand-specific workflows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identity is duplicated across brands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Certifications, licenses, audits, and renewals are manually tracked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Region/category rules differ and are hard to enforce consistently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Leadership lacks a single view of supplier risk and approval bottlenecks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E4B92-320E-4BC7-A719-A003E0B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5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9525">
            <a:solidFill>
              <a:srgbClr val="EEF4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D5273-E03E-42F8-ADE8-33A78D0F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Design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71EF5-BEA1-48F4-A8F6-980C800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Supplier screens should reduce effort. Internal screens should expose ownership, blockers, risk, and reuse opportunities across brands.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9DE710-B785-45AF-8DBD-C4076CCF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9E518-F6E8-448F-AC2D-DB78A685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Public market numbers are directional proxies, not exact NourishCo TAM.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0953BB-ADEA-4947-91B3-4B4D10C1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7641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F01B4-CC9B-4FC5-8D26-DBBCD7EB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Supplier onboarding &amp; compliance: competitor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26988-9DF9-4F44-983E-AA9E7AE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2x2 is qualitative positioning; market proxy uses the available Vendor Onboarding &amp; Information Management module split.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0483-5625-4773-9A3D-2DDF418D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7334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E4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93D3F-90EA-493F-8AB5-7253924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714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C97A9-8AD1-45AD-92B5-51F252C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334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69F27-7D0C-4CB4-8214-7C7A851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73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Enterprise onboarding workflow platforms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C7D20-9D8E-4FB6-BD4E-3234BE3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573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Onboarding + compliance platforms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97EFB-9131-4BBB-8C3F-B776DD8C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Finance / legacy vendor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BBF51-4D08-4824-A5E1-662CED0E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38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69"/>
                </a:solidFill>
                <a:latin typeface="Aptos"/>
                <a:ea typeface="Aptos"/>
                <a:cs typeface="Aptos"/>
              </a:rPr>
              <a:t>Specialist compliance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8456A-8F63-47CA-B031-5B5E4B04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455" y="201549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15BA-920A-4D1E-9AC5-B696FA63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30" y="19678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SAP Ariba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213E8-68BB-4655-BE07-FB53788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430" y="211074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SAP total rev: EUR 36.8B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3A643-12C9-49DB-BC7A-5ECA058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364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7CAA2-358F-4E81-A391-3063151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1788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Coupa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6452C-E92A-4B43-A102-35B4DF5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193167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$725M FY22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F5DB4-6738-4E92-B667-62CF8B43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68" y="26422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3918D-1337-4F04-9299-2C4B8ED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26422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Ivalua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CFC13-681F-47B4-B461-EB6E1F34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9108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D131B-CBA5-4C0C-A0B7-F8F4B43E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29108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JAGGAER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99296-EBA3-47CF-8046-330944C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99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82260-81AE-48F2-83F3-38FDDE2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8991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GEP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F406CD-A7DD-4AA8-8931-A8B67674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" y="282130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B37F4-1E29-4EFE-8C2C-CD252CA3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" y="282130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Oracle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E1F5A-CC84-405B-86A6-6DF1F9C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22421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9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13BE2-15E6-462A-856D-0A28F60A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" y="322421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Zycus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FC9E1-7322-49C3-AEF9-F2D36E24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278" y="24631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12E5C-7AA0-4DAA-82C2-E9DF76C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253" y="24631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Zip (SUP)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9EE26-EB66-4AFB-B0B5-4C619284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65" y="232886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15EFB8-9011-4343-A0A5-42C9AE74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" y="232886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Levelpath (SUP)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55BEB-9307-41CA-8371-FF715888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305" y="273177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7A9B1-D5DB-4CFF-A1F5-36247C5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73177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ORO Labs (SUP)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04EB7-8C54-48DF-B201-22C2CD8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648" y="295560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A42F89-6F6E-4A79-A197-90BC3AD0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623" y="295560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Tonkean (SUP)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474FEC-2B1B-4E6B-BBD0-B8FFC477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923" y="201549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7C3C1-A1DD-405D-ABF4-BF139805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898" y="196786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TraceGains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35451F-2FE6-4BB9-8EE3-8A9835B0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898" y="211074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456B8-4B75-4362-9DEA-64BBFAC2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24631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873626-3EE4-46D0-A379-4947F75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4155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Trustwell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4524F-BA4F-40F5-91F2-A201DBCD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255841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E39E8-972F-4D55-8014-79DD1350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10" y="286607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B6166F-E9B7-4045-BFAF-01A7EE3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185" y="286607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HICX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273DDF-5359-4845-9DA1-62E35CA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813" y="26422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107122-4A64-435C-B721-5339BC5D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422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Certa (SUP)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EC0BEE-7CFD-415F-9441-961F12A4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4195" y="407479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D8B0C0-ACCE-477B-A99B-A694FDC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4074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Basware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5C9139-28C8-46C6-9A35-87F61CA2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593" y="443293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1B14A3-0AB9-47B1-A872-9AE90E36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568" y="443293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Medius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DAAD97-DBB7-40C5-B12B-F87756E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482" y="4567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623C4E-0198-4B84-96F1-2D0E1B6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82" y="456723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Esker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3FDFA5-07E8-44D8-987F-AAB01D05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48806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761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6EC1C4-AABA-4ED6-946F-11F26B2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938" y="488061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Tradeshift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3868AC-36EA-4EFE-BD74-0DD0A0D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85" y="4791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21726F-F867-41CF-B0B0-59B07071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" y="47910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Proactis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F58F2E-D662-4396-9B01-14176B94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94049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F917CB-2D0E-43ED-8BC0-7F17C41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" y="394049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SAP SRM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BEDF07-5E36-44CB-B77D-5033DD13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7373" y="407479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7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01DFEB-A190-4D3D-A6A8-9AC7A476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3" y="407479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PeopleSoft / EBS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75D537-F859-450A-87EE-7B1BA218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567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C09EF9-A1B9-4334-8F6F-6064EB7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7238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SafetyChain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ED22A8-80BB-4410-B7DB-648487E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835843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5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2EAE76-F998-44F1-AC2D-DD18A8A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4835843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Specright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910BD4-476C-42EB-9EF8-E5C739A7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635" y="425386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72CB89-DD33-485E-99D1-E3DE338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20624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Prewave (SUP)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7D35B9-811B-412C-9151-DF91232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610" y="4349115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private / n.d.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A17DEF-E3BF-40D2-831C-124D57E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635" y="3167063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93A9D0E-A297-44B4-8371-6B8A2D4E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385" y="3195638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NourishCo target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9AFEA3-FFEC-490B-83C7-0C727686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385" y="3348038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supplier onboarding + compliance wedge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64FBEF-38BE-4C70-AA92-24EB9C1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Generic supplier onboarding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064D51-015E-4D16-B309-8DDD862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34075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Compliance-depth onboarding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042397-33A5-4F21-8696-14CEF225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724025"/>
            <a:ext cx="590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End-to-end</a:t>
            </a:r>
          </a:p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7308A1-EEE7-450D-A738-86F9DDBB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4638675"/>
            <a:ext cx="590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Point</a:t>
            </a:r>
          </a:p>
          <a:p xmlns:a="http://schemas.openxmlformats.org/drawingml/2006/main">
            <a:pPr algn="ctr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2C2DAD-E43D-4DE1-BE90-9AFDCF7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01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Available market proxy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3EF050-4B6B-4E2A-9EFE-C0562672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Vendor Management Systems market, 2026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B8B615C-5F94-4F4A-A3F3-5047BC3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$11.51B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E3DB7A-C788-4D54-A783-C831CF1A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38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F46427-98D4-498E-94BA-79822B85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Vendor Onboarding &amp; Information Management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34E420-43E1-40BC-BEB4-13E357E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31.4% of VMS market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5CEAF0-4414-49D2-BF58-69960915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C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5C4A"/>
                </a:solidFill>
                <a:latin typeface="Aptos"/>
                <a:ea typeface="Aptos"/>
                <a:cs typeface="Aptos"/>
              </a:rPr>
              <a:t>~$3.61B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363E6B-2659-4905-9C50-711ACFBC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8098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Public reports do not disclose market share by these 2x2 quadrants; module split is used as the closest available proxy.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C750DB-F16F-444B-94D5-C2CC0155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804307-0BE5-4C3A-932A-AD7036E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435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(SUP) = newer startup-style entrant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34DCF8D-DCA4-43AA-9B6A-4578D310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Sources: Coherent Market Insights module split; company revenue labels shown only where public/defensible.</a:t>
            </a:r>
          </a:p>
        </p:txBody>
      </p:sp>
    </p:spTree>
    <p:extLst>
      <p:ext uri="{BB962C8B-B14F-4D97-AF65-F5344CB8AC3E}">
        <p14:creationId xmlns:p14="http://schemas.microsoft.com/office/powerpoint/2010/main" val="12727314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8AFEC-91FC-4344-94F7-6CE2F377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DC89C-3E0D-4F91-B235-46B55CF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C2D8B-3908-4A4D-A5B2-457621A3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Research &amp;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D536-337D-4175-8EBF-4A615315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Key User &amp; Business Insights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1A2AC-15D0-463B-BF31-7E9180A5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What the research means for product strategy.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195CA-46BE-4FDE-97DA-3399640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EC67D-D284-4A09-83BB-02A4BCF3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9F661-3F79-4915-9B55-0A648344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Supplier identity is the spine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E7D27-EE3E-4FFF-9DB3-46C668C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8602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A reusable supplier profile prevents duplicate onboarding and lets one supplier-material record serve multiple brands.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6DCC7-750B-4CBA-99FB-C5F2AD37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F61AE-E50B-42C4-BD0C-83E0591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26FF5-CD14-4C93-852A-47D242F3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Compliance gates procurement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62DB4-0049-419A-8023-EC1CB2A7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Procurement should see usable sourcing opportunities, but blocked items must remain owned by compliance until cleared.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3BA97-3B79-4B90-AD03-42C4919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EFCE0-66B4-401B-99F3-85D37A42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7972E-956C-45A1-B5A6-AA632AE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Supplier UX must be explicit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E6DE3-11E3-4AB1-B36A-FE157089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4807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Supplier-facing language should say what is missing, why it matters, and what action is required. Avoid internal jargon.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722B6-B7B2-4409-B03F-D4DAC8C8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FAB4FA-666E-428F-AE9C-AB39A298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958DD-14E2-4F55-A272-991B526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Rules must be configurable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BB4FF-5CE8-4C00-A171-A945356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Brand, category, geography, and material rules vary. Hard-coded workflows will fail at enterprise scale.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1AB40-CC47-4488-B60F-3E997DF2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62336-D60D-4ED6-9257-E393494E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B6DAD-181E-4716-B2C0-9DACF5F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AI should triage, not approve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21254-EDB1-4996-800E-C6EFA38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High-value AI use cases: document parsing, entity matching, duplicate detection, risk surfacing, renewal alerts, and draft summaries.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3031E-F40B-4741-82B9-4954B93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953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1C4712-CDD3-40D0-ABBA-3B58E1AA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45D0EF-F500-4F94-BF90-D5A15E42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Leadership needs bottleneck visibility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B3D58-A47B-43D8-BFC5-C6B9C19B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0125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Dashboards should show where approvals stall, which risks are rising, and which teams own the next action.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31220-21C6-4E0E-B294-66BD93F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51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0F641-F7C6-4923-B3C5-1E4E2AF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1426"/>
                </a:solidFill>
                <a:latin typeface="Aptos"/>
                <a:ea typeface="Aptos"/>
                <a:cs typeface="Aptos"/>
              </a:rPr>
              <a:t>Prototype mapping: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AE0B9-D05A-4374-9428-61A26B7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72452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9525">
            <a:solidFill>
              <a:srgbClr val="E5F6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A3DA6C-9CFF-43BD-BE98-522B51EE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81675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Supplier portal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E7D14-1EF3-40E3-A1F5-62FD090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2452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6"/>
          </a:solidFill>
          <a:ln xmlns:a="http://schemas.openxmlformats.org/drawingml/2006/main" w="9525">
            <a:solidFill>
              <a:srgbClr val="FFE8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ACB2DF-EE15-4A7E-BF27-3312151A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71F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1F1F"/>
                </a:solidFill>
                <a:latin typeface="Aptos"/>
                <a:ea typeface="Aptos"/>
                <a:cs typeface="Aptos"/>
              </a:rPr>
              <a:t>Compliance command center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D5F2A-0F6C-4CA7-8BEC-8EFA24C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24525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C4850-4A02-4B2A-871A-AB7A95B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81675"/>
            <a:ext cx="1981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9A5B0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9A5B00"/>
                </a:solidFill>
                <a:latin typeface="Aptos"/>
                <a:ea typeface="Aptos"/>
                <a:cs typeface="Aptos"/>
              </a:rPr>
              <a:t>Procurement sourcing 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56451-FF73-42F8-AE35-8EEDB129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912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Together, these prove the multi-role system rather than only a supplier upload form.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3D8EF-5B47-4C3D-ACC1-8831901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59E158-66FE-4EF0-BC58-049661D1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Public market numbers are directional proxies, not exact NourishCo TAM.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B33A9F-F168-461C-8915-21325841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14671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311044-3754-41DA-9A41-51F9057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A9B6D-05EA-4560-B6AD-A0EEFB0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49D3C-7DDB-4686-A975-7F788476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Research &amp;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55BB4-409B-428D-9715-BCB5913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Assumptions, Dependencies &amp; Unknowns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FCE3D-CE0E-4713-AB3C-6D3AE751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What is known enough to proceed, and what must be validated.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7B10D-1E51-49A7-AB71-5BC6DCDE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D2D97-077D-4AAA-8E72-91ADD93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5557E-9AA3-40CF-BF51-E87335DD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Assumptions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B9FB2-4154-4FB0-90D6-5030BF7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9146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NourishCo has a central supplier master or can create one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One supplier may serve multiple brands and materials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Category, region, and brand rules can be modeled as configurable requirements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Human review remains required for final compliance decisions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Suppliers can review AI-extracted data before submitting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1DF0F-A8F2-497C-8B9F-F5494F4F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73C7E-8259-4ACB-8285-EEAF994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C3610-91B7-4143-B242-AE2D22F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Dependencies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B9718-B4CD-4E7C-A9DA-607547D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OCR/document parser and confidence scoring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deduplication and entity matching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Role-based permissions and audit logs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Notification workflow for missing/expired documents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Integration with procurement/ERP systems later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Legal/privacy policy for document storage and retention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C43C1-8E90-4AFB-99A6-6A19B24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7BBF9-3B2C-4EF6-B80B-71404D9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47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C9D6B-8EAC-45A1-94C8-2153909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Unknowns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4495A-13FE-437A-87FE-8310A521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24125"/>
            <a:ext cx="29146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Exact compliance rules by category and geography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Ownership of vendor master data across teams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Existing tools NourishCo must integrate with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Contracting workflow and approval thresholds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SLA expectations by brand and supplier type</a:t>
            </a:r>
          </a:p>
          <a:p xmlns:a="http://schemas.openxmlformats.org/drawingml/2006/main">
            <a:pPr algn="l">
              <a:defRPr sz="90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Data residency, retention, and audit requirements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3B47C-6272-4C41-9D64-075DB0F8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26AC6-63D1-4EBD-AB25-74F3EFA8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MVP risk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B2F53-EFAA-4CFE-A25B-27389F0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05450"/>
            <a:ext cx="828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Start with limited supplier categories, configurable rule templates, manual override, audit trail, and clear escalation paths. Do not automate final approval in MVP.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A3093-61F4-45C4-8FE9-AF6DCA5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DDA289-BC02-4DE5-A66C-C37A1677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Public market numbers are directional proxies, not exact NourishCo TAM.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FA935-D8E5-4A84-B750-7629FF42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6984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2026-05-30T20:35:36.3970000Z</dcterms:created>
  <dcterms:modified xsi:type="dcterms:W3CDTF">2026-05-30T20:35:36.3970000Z</dcterms:modified>
</coreProperties>
</file>