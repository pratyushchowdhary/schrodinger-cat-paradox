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970a4f3f254800" /><Relationship Type="http://schemas.openxmlformats.org/officeDocument/2006/relationships/extended-properties" Target="/docProps/app.xml" Id="R099c7417e19e412e" /><Relationship Type="http://schemas.openxmlformats.org/officeDocument/2006/relationships/officeDocument" Target="/ppt/presentation.xml" Id="Re463f2ee8e5245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af85bdb494691"/>
  </p:sldMasterIdLst>
  <p:notesMasterIdLst>
    <p:notesMasterId xmlns:r="http://schemas.openxmlformats.org/officeDocument/2006/relationships" r:id="R8dfca0c235de4555"/>
  </p:notesMasterIdLst>
  <p:sldIdLst>
    <p:sldId xmlns:r="http://schemas.openxmlformats.org/officeDocument/2006/relationships" id="256" r:id="R08e07ac6917b4a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866bef18984871" /><Relationship Type="http://schemas.openxmlformats.org/officeDocument/2006/relationships/slideMaster" Target="/ppt/slideMasters/slideMaster1.xml" Id="R1c4af85bdb494691" /><Relationship Type="http://schemas.openxmlformats.org/officeDocument/2006/relationships/notesMaster" Target="/ppt/notesMasters/notesMaster1.xml" Id="R8dfca0c235de4555" /><Relationship Type="http://schemas.openxmlformats.org/officeDocument/2006/relationships/presProps" Target="/ppt/presProps.xml" Id="R4b306a249e9847b9" /><Relationship Type="http://schemas.openxmlformats.org/officeDocument/2006/relationships/viewProps" Target="/ppt/viewProps.xml" Id="Rf54e86239f8d4cf2" /><Relationship Type="http://schemas.openxmlformats.org/officeDocument/2006/relationships/tableStyles" Target="/ppt/tableStyles.xml" Id="R3497ec3d84664f2c" /><Relationship Type="http://schemas.openxmlformats.org/officeDocument/2006/relationships/slide" Target="/ppt/slides/slide1.xml" Id="R08e07ac6917b4a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2034b48d0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3947e97ecc4b44" /><Relationship Type="http://schemas.openxmlformats.org/officeDocument/2006/relationships/notesMaster" Target="/ppt/notesMasters/notesMaster1.xml" Id="Rbc166e90f5c34e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78668e3b547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27ffdcbae4906" /><Relationship Type="http://schemas.openxmlformats.org/officeDocument/2006/relationships/slideLayout" Target="/ppt/slideLayouts/slideLayout1.xml" Id="Ra3eef26ca82d4f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eef26ca82d4f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712fe52714454" /><Relationship Type="http://schemas.openxmlformats.org/officeDocument/2006/relationships/notesSlide" Target="/ppt/notesSlides/notesSlide1.xml" Id="R71074622ddc04e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CD17E-1EC1-41DD-8284-FB9E25D9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1463481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2026-06-04T19:20:18.3840000Z</dcterms:created>
  <dcterms:modified xsi:type="dcterms:W3CDTF">2026-06-04T19:20:18.3840000Z</dcterms:modified>
</coreProperties>
</file>